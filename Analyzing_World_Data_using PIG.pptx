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328" r:id="rId7"/>
    <p:sldId id="261" r:id="rId8"/>
    <p:sldId id="284" r:id="rId9"/>
    <p:sldId id="285" r:id="rId10"/>
    <p:sldId id="286" r:id="rId11"/>
    <p:sldId id="287" r:id="rId12"/>
    <p:sldId id="262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  <p:sldId id="326" r:id="rId52"/>
    <p:sldId id="327" r:id="rId53"/>
    <p:sldId id="283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6767" autoAdjust="0"/>
  </p:normalViewPr>
  <p:slideViewPr>
    <p:cSldViewPr>
      <p:cViewPr>
        <p:scale>
          <a:sx n="50" d="100"/>
          <a:sy n="50" d="100"/>
        </p:scale>
        <p:origin x="-1267" y="21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926B9CC-8DF7-433C-BD5A-233AE4379C00}" type="datetimeFigureOut">
              <a:rPr lang="en-US" smtClean="0"/>
              <a:pPr/>
              <a:t>1/10/2018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0D52DA-34D0-4139-BF99-ACAF67125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atabank.worldbank.org/data/reports.aspx?Code=IND&amp;id=556d8fa6&amp;report_name=Popular_countries&amp;populartype=country&amp;ispopular=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wikihow.com/Calculate-Growth-Rat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World Development Indicator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Big Data Foundation Track for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UPx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Done By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Name :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Shubhro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Banerjee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Project Introduction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Domain : 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Social Sector</a:t>
            </a:r>
          </a:p>
          <a:p>
            <a:pPr>
              <a:buNone/>
            </a:pPr>
            <a:endParaRPr lang="en-US" sz="1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Technology Used: </a:t>
            </a:r>
            <a:r>
              <a:rPr lang="en-US" sz="1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PigLatin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 on </a:t>
            </a:r>
            <a:r>
              <a:rPr lang="en-US" sz="1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Hadoop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 Cluster</a:t>
            </a:r>
          </a:p>
          <a:p>
            <a:pPr>
              <a:buNone/>
            </a:pPr>
            <a:endParaRPr lang="en-US" sz="16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Black" pitchFamily="34" charset="0"/>
              </a:rPr>
              <a:t>Dataset: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hlinkClick r:id="rId2"/>
              </a:rPr>
              <a:t>http://databank.worldbank.org/data/reports.aspx?Code=IND&amp;id=556d8fa6&amp;report_name=Popular_countries&amp;populartype=country&amp;ispopular=y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This dataset is World Bank’s compilation of internationally comparable statistics about global development and the quality of people’s lives. It contains data about Agriculture &amp; Rural Development, Aid Effectiveness, Climate Change, Economy &amp; Growth, Education, Energy &amp; Mining, Environment, External Debt, Financial Sector, Gender, Health, Infrastructure, Labor &amp; Social Protection, Poverty, Private Sector, Public Sector, Science &amp; Technology, Social Development, Trade, Urban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Dataset Description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Series Name			2006 [YR2006]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Series Code			2007 [YR2007]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Country Name			2008 [YR2008]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Country Code			2009 [YR2009]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2000 [YR2000]			2010 [YR2010]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2001 [YR2001]			2011 [YR2011]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2002 [YR2002]			2012 [YR2012]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2003 [YR2003]			2013 [YR2013]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2004 [YR2004]			2014 [YR2014]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2005 [YR2005]			2015 [YR2015]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Technical Architecture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 am trying to use </a:t>
            </a:r>
            <a:r>
              <a:rPr lang="en-US" sz="2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PigLatin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to handle the “data exploration ideas” mentioned in the case-study.</a:t>
            </a: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There are 2 scenarios to be addressed,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a)  Average growth rate. Example, Top 10 Improved sanitation facilities, Improved water source.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Formula taken from the following link,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hlinkClick r:id="rId2"/>
              </a:rPr>
              <a:t>https://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hlinkClick r:id="rId2"/>
              </a:rPr>
              <a:t>www.wikihow.com/Calculate-Growth-Rate</a:t>
            </a: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G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4648200"/>
            <a:ext cx="5090160" cy="1424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Technical </a:t>
            </a:r>
            <a:r>
              <a:rPr lang="en-US" dirty="0" smtClean="0">
                <a:latin typeface="Arial Black" pitchFamily="34" charset="0"/>
              </a:rPr>
              <a:t>Architecture (contd..)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b)  Average rate. Example, Top 10 Energy use, Top 10 CO2 emissions.</a:t>
            </a:r>
          </a:p>
          <a:p>
            <a:pPr>
              <a:buNone/>
            </a:pPr>
            <a:endParaRPr lang="en-US" sz="2000" b="1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 have used PIG 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UDF (created in PYTHON) 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 calculate Average growth rate and Average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PIG UDFs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  <a:cs typeface="Arial" pitchFamily="34" charset="0"/>
              </a:rPr>
              <a:t>UDF to calculate Average.</a:t>
            </a:r>
          </a:p>
          <a:p>
            <a:pPr>
              <a:buFont typeface="Wingdings" pitchFamily="2" charset="2"/>
              <a:buChar char="v"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2209800"/>
          <a:ext cx="6629400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29400"/>
              </a:tblGrid>
              <a:tr h="3962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057400"/>
            <a:ext cx="6629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PIG UDF (contd..)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itchFamily="34" charset="0"/>
                <a:cs typeface="Arial" pitchFamily="34" charset="0"/>
              </a:rPr>
              <a:t>UDF to calculate Average Growth.</a:t>
            </a:r>
          </a:p>
          <a:p>
            <a:pPr>
              <a:buFont typeface="Wingdings" pitchFamily="2" charset="2"/>
              <a:buChar char="v"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209800"/>
          <a:ext cx="54864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</a:tblGrid>
              <a:tr h="3429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209800"/>
            <a:ext cx="5410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PIG UDF (contd..)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676400"/>
          <a:ext cx="6934200" cy="480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34200"/>
              </a:tblGrid>
              <a:tr h="480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76400"/>
            <a:ext cx="7048500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Register PIG UDF and Load dataset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Make UDF accessible to Grunt Shell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REGISTER './world_dev_stat.py' using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jython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 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sb_world_stat_udf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2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 :</a:t>
            </a: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Load Dataset.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world_dev_data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LOAD'World_Development_Stat_Data.csv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USING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PigStorage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(',') AS 	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SeriesName:chararray,SeriesCode:chararray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CountryName:chararray,CountryCode:chararray,YR2000:double,YR2001:double,YR2002:double,YR2003:double,YR2004:double,YR2005:double,YR2006:double,YR2007:double,YR2008:double,YR2009:double,YR2010:double,YR2011:double,YR2012:double,YR2013:double,YR2014:double,YR2015:double);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Register PIG UDF and Load dataset (contd.)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2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Replace all the non numeric values mentioned for   </a:t>
            </a:r>
          </a:p>
          <a:p>
            <a:pPr>
              <a:buNone/>
            </a:pPr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             YR2000-2015 to ZERO.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</a:t>
            </a:r>
            <a:r>
              <a:rPr lang="en-US" sz="1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</a:t>
            </a: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9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SeriesName,SeriesCode,CountryName,CountryCode</a:t>
            </a: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(YR2000 is NULL ? 0 : YR2000) AS Yr2000,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(YR2001 is NULL ? 0 : YR2001) AS Yr2001,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(YR2002 is NULL ? 0 : YR2002) AS Yr2002,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(YR2003 is NULL ? 0 : YR2003) AS Yr2003,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(YR2004 is NULL ? 0 : YR2004) AS Yr2004,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(YR2005 is NULL ? 0 : YR2005) AS Yr2005,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(YR2006 is NULL ? 0 : YR2006) AS Yr2006,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(YR2007 is NULL ? 0 : YR2007) AS Yr2007,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(YR2008 is NULL ? 0 : YR2008) AS Yr2008,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(YR2009 is NULL ? 0 : YR2009) AS Yr2009,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(YR2010 is NULL ? 0 : YR2010) AS Yr2010,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(YR2011 is NULL ? 0 : YR2011) AS Yr2011,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(YR2012 is NULL ? 0 : YR2012) AS Yr2012,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(YR2013 is NULL ? 0 : YR2013) AS Yr2013,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(YR2014 is NULL ? 0 : YR2014) AS Yr2014,</a:t>
            </a:r>
          </a:p>
          <a:p>
            <a:pPr>
              <a:buNone/>
            </a:pPr>
            <a:r>
              <a:rPr lang="en-US" sz="19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	(YR2015 is NULL ? 0 : YR2015) AS Yr2015;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Improved sanitation facilities (% of population with access)</a:t>
            </a:r>
            <a:endParaRPr lang="en-US" sz="19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dataset for Sanitation facilities Access data in countries.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world_sanitation_fac_filter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 'SH.STA.ACSN';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world_sanitation_fac_data1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world_sanitation_fac_filter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GENERATECountryName,CountryCode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, TOTUPLE(Yr2000,Yr2001,Yr2002,Yr2003,Yr2004,Yr2005,Yr2006,Yr2007,Yr2008,Yr2009,Yr2010,Yr2011,Yr2012,Yr2013,Yr2014,Yr2015)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sanitationFacTuple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buNone/>
            </a:pP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calculate the growth rate.</a:t>
            </a:r>
          </a:p>
          <a:p>
            <a:pPr marL="914400" lvl="3" indent="0">
              <a:buNone/>
            </a:pP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world_sanitation_fac_data1 GENERATE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CountryName,CountryCode,sb_world_stat_udf.process_tuple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sanitationFacTuple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growth_percent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1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filter data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fr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growth_percent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&gt; 0</a:t>
            </a:r>
          </a:p>
          <a:p>
            <a:pPr marL="914400" lvl="3" indent="0">
              <a:buNone/>
            </a:pP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world_sanitation_access_percent_ignore0 = FILTER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growth_percent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1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STEP-5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: Sort the data to get the top 10 countries with highest growth rate</a:t>
            </a:r>
          </a:p>
          <a:p>
            <a:pPr marL="914400" lvl="3" indent="0">
              <a:buNone/>
            </a:pP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world_sanitation_access_per_DESC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ORDER world_sanitation_access_percent_ignore0 BY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growth_percent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world_sanitation_access_highest_10 = LIMIT </a:t>
            </a:r>
            <a:r>
              <a:rPr lang="en-US" sz="2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world_sanitation_access_per_DESC</a:t>
            </a:r>
            <a:r>
              <a:rPr lang="en-US" sz="2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Ethiopia,ETH,7.66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Cambodia,KHM,6.16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Lao PDR,LAO,5.98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Nepal,NPL,4.78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"Micronesia, Fed. Sts.",3.6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Pakistan,PAK,3.45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Burkina Faso,BFA,3.37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Mauritania,MRT,3.33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Guinea-Bissau,GNB,3.29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Tanzania,TZA,3.29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Energy use (kg of oil equivalent per capita)</a:t>
            </a:r>
            <a:endParaRPr lang="en-US" sz="19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dataset for Energy Use data in countries.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</a:t>
            </a: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FILTER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 'EG.USE.PCAP.KG.OE';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energyUseTuple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Calculate average energy use for each country.</a:t>
            </a:r>
          </a:p>
          <a:p>
            <a:pPr marL="914400" lvl="3" indent="0">
              <a:buNone/>
            </a:pP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world_energy_use_data1 GENERATE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energyUseTuple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9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energy_use_avg</a:t>
            </a:r>
            <a:r>
              <a:rPr lang="en-US" sz="1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filter data for average use &gt; 0 and find top 10 countries having high 	energy usage.</a:t>
            </a:r>
          </a:p>
          <a:p>
            <a:pPr marL="1188720" lvl="4" indent="0">
              <a:buNone/>
            </a:pP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world_energy_use_avg_ignorezero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energy_use_avg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1188720" lvl="4" indent="0">
              <a:buNone/>
            </a:pP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world_energy_use_avg_DESC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world_energy_use_avg_ignorezero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energy_use_avg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1188720" lvl="4" indent="0">
              <a:buNone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world_energy_use_top_10 = LIMIT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world_energy_use_avg_DESC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Qatar,QAT,17287.72324098754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Iceland,ISL,14462.190718600821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Curacao,CUW,14099.374706412867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Trinidad and Tobago,TTO,11839.240693110374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Bahrain,BHR,10293.571076163309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Kuwait,KWT,9632.749032806869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Arab Emirates,ARE,8469.808331505788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Luxembourg,LUX,8160.518216258917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Canada,CAN,8032.980601267735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States,USA,7435.591967443883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CO2 emissions (metric tons per capita)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dataset for CO2 Emission data in countries.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world_CO2_emission_filter = FILTER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 'EN.ATM.CO2E.PC';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world_CO2_emission_data1 = FOREACH world_CO2_emission_filter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emissionTuple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Calculate average CO2 emissions for each country.</a:t>
            </a: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world_CO2_emission_avg = FOREACH world_CO2_emission_data1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emissionTuple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emission_avg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filter data for average CO2 emissions &gt; 0 and find top 10 countries   	having high CO2 emissions.</a:t>
            </a: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world_CO2_emission_avg_ignorezero = FILTER world_CO2_emission_avg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emission_avg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world_CO2_emission_avg_DESC = ORDER world_CO2_emission_avg_ignorezero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emission_avg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world_CO2_emission_top_10 = LIMIT world_CO2_emission_avg_DESC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Qatar,QAT,48.804940029498276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Trinidad and Tobago,TTO,28.195854140193617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Kuwait,KWT,27.049500701590414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Arab Emirates,ARE,22.708389923244827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Aruba,ABW,21.50128696471557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Bahrain,BHR,21.442016322057285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Luxembourg,LUX,20.01211742047624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States,USA,17.231380340061342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Brunei Darussalam,BRN,16.998946395927735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Australia,AUS,16.13367553644021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Improved water source (% of population with access)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dataset for Water Source Data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 countries.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 'SH.H2O.SAFE.ZS';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waterstatsTuple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Calculate water source improvement rate for each country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world_water_src_data1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CountryName,CountryCode,sb_world_stat_udf.process_tuple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waterstatsTuple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src_growth_percent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 for average CO2 emissions &gt; 0 and find top 10 countries   	having high water source improvement rate.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src_growth_percent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world_water_src_improv_top_10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Ethiopia,ETH,4.37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Afghanistan,AFG,3.83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Cambodia,KHM,3.8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Lao PDR,LAO,3.23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Mali,MLI,3.19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Guinea-Bissau,GNB,2.66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Somalia,SOM,2.53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Malawi,MWI,2.32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Swaziland,SWZ,2.25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Uganda,UGA,2.13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Electric power consumption (kWh per capita)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dataset for Electric power consumption.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</a:p>
          <a:p>
            <a:pPr lvl="2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</a:t>
            </a:r>
          </a:p>
          <a:p>
            <a:pPr lvl="2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'EG.USE.ELEC.KH.PC';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powerConsumpTuple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Calculate average power consumption for each country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world_power_consump_data1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powerConsumpTuple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data to find top 10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countries with high power consumption.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world_power_consump_top_10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Iceland,ISL,37504.43964517391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Norway,NOR,22791.45983402895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Bahrain,BHR,18148.33283335864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Canada,CAN,15288.170543829448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Finland,FIN,15069.359320205387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Kuwait,KWT,15028.327125296768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Luxembourg,LUX,14616.774004098994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Qatar,QAT,14214.543975472796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Sweden,SWE,13985.102973685545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States,USA,12488.303413702644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Forest area (sq. km)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dataset for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Filter records with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forest area.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FILTER</a:t>
            </a:r>
          </a:p>
          <a:p>
            <a:pPr lvl="2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</a:t>
            </a:r>
          </a:p>
          <a:p>
            <a:pPr lvl="2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'AG.LND.FRST.K2';</a:t>
            </a:r>
          </a:p>
          <a:p>
            <a:pPr lvl="2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forestTuple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Calculate average forest area for each country.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world_forest_area_data1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forestTuple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 to find top 10 countries with highest forest area.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world_forest_area_top_10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Russian Federation,RUS,8120140.625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Brazil,BRA,5043997.5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Canada,CAN,3474376.875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United States,USA,3067673.75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China,CHN,1952647.75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"Congo, Dem. Rep.",1453773.75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Australia,AUS,1259397.5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Indonesia,IDN,957938.75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Peru,PER,751284.375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India,IND,684819.375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Exports of goods and services (% of GDP)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dataset for Export Records..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== 'NE.EXP.GNFS.ZS';</a:t>
            </a:r>
          </a:p>
          <a:p>
            <a:pPr lvl="2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exportTuple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Calculate average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exports for each country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world_export_data1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exportTuple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 to find top 10 countries with high exports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= FILTER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world_export_top_10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Singapore,SGP,202.5899555018973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Virgin Islands (U.S.),VIR,186.98255068359109 Luxembourg,LUX,172.6460534060307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"Hong Kong SAR, China",168.04722279094517 Malta,MLT,133.27739775943655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Malaysia,MYS,97.15711648590398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Ireland,IRL,94.6991507827446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Equatorial Guinea,GNQ,90.2705706726548 Bahrain,BHR,83.08175595559393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Seychelles,SYC,82.10153501972682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Top 10 Imports of goods and services (% of GDP)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STEP-1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dataset for Import Records.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world_import_filter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world_dev_data_route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SeriesCode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== 'NE.IMP.GNFS.ZS';</a:t>
            </a:r>
          </a:p>
          <a:p>
            <a:pPr lvl="2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STEP-2: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convert Yr2000-2015 data to a TUPLE for passing to UDF.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world_import_data1 = FOREACH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world_import_filter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 GENERATE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CountryName,CountryCode,TOTUPLE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(Yr2000,Yr2001,Yr2002,Yr2003,Yr2004,Yr2005,Yr2006,Yr2007,Yr2008,Yr2009,Yr2010,Yr2011,Yr2012,Yr2013,Yr2014,Yr2015) AS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importTuple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STEP-3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Calculate average imports for each country</a:t>
            </a:r>
          </a:p>
          <a:p>
            <a:pPr marL="0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FOREACH world_import_data1 GENERATE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CountryName,CountryCode,sb_world_stat_udf.tuple_average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importTuple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STEP-4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filter data to find top 10 countries with high exports</a:t>
            </a: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FILTER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!= 0.0;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DESC;</a:t>
            </a:r>
          </a:p>
          <a:p>
            <a:pPr marL="914400" lvl="3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914400" lvl="3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world_import_top_10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world_import_avg_DESC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</a:p>
          <a:p>
            <a:pPr marL="0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14400" lvl="3" indent="0">
              <a:buNone/>
            </a:pPr>
            <a:endParaRPr lang="en-US" sz="2100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Singapore,SGP,178.59526536909112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Virgin Islands (U.S.),VIR,178.45909708540628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"Hong Kong SAR, China",161.87068655413404 Luxembourg,LUX,143.04374643717293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Malta,MLT,132.0570711388117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Timor-Leste,TLS,122.91155938555717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Liberia,LBR,114.35974092374518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American Samoa,ASM,94.29319626376716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Kiribati,KIR,93.91439548926778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Seychelles,SYC,92.52583230164431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Improved sanitation facilities (% of population with access)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format and took the records.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world_sanitation_access_percent_ignore0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growth_percent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world_sanitation_access_per_ASC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</a:p>
          <a:p>
            <a:pPr>
              <a:buNone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Djibouti,DJI,-1.41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Nigeria,NGA,-0.99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Georgia,GEO,-0.64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Sudan,SDN,-0.49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Equatorial Guinea,GNQ,-0.46</a:t>
            </a: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Energy use (kg of oil equivalent per capita).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energy_use_avg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world_energy_use_avg_ASC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</a:p>
          <a:p>
            <a:pPr>
              <a:buNone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Lesotho,LSO,3.1661056259127425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South Sudan,SSD,11.301910904825675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Timor-Leste,TLS,14.26490798144545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Comoros,COM,15.52324699014358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Guinea-Bissau,GNB,16.006389067349456</a:t>
            </a: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CO2 emissions (metric tons per capita).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world_CO2_emission_avg_ASC = ORDER world_CO2_emission_avg_ignorezero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emission_avg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world_CO2_emission_least_5 = LIMIT world_CO2_emission_avg_ASC 5;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South Sudan,SSD,0.023898810172803125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Burundi,BDI,0.026648263387567688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"Congo, Dem. Rep.",0.028560233406264266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Chad,TCD,0.037013159936783495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Somalia,SOM,0.04988121830401194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Improved water source (% of population with access).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world_water_src_percent_ignorezero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src_growth_percent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world_water_src_improv_least_5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world_water_src_per_ASC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West Bank and Gaza,PSE,-2.73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Sudan,SDN,-0.74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"Yemen, Rep.",-0.67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Algeria,DZA,-0.43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Haiti,HTI,-0.33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Electric power consumption (kWh per capita).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power_consump_avg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world_power_consump_avg_ASC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South Sudan,SSD,7.402221375069806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Haiti,HTI,31.28169916964449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Niger,NER,36.942503876737334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Ethiopia,ETH,38.72891655305763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Eritrea,ERI,44.35930719721635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Forest area (sq. km).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forest_area_avg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Sint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Maarten (Dutch part),SXM,0.0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"Macao SAR, China",0.0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Kosovo,XKX,0.0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Gibraltar,GIB,0.0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San Marino,SMR,0.0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Exports of goods and services (% of GDP).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world_forest_area_avg_ignorezero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export_avg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world_export_least_5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world_export_avg_ASC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5;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French Polynesia,PYF,0.3060364315731819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Somalia,SOM,2.7222795499159314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Ethiopia,ETH,3.99644740404166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Myanmar,MMR,4.663378374423791 </a:t>
            </a:r>
          </a:p>
          <a:p>
            <a:pPr>
              <a:buClr>
                <a:srgbClr val="FE8637"/>
              </a:buCl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Eritrea,ERI,5.714773874342444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</a:rPr>
              <a:t>Business Questions Answered (</a:t>
            </a:r>
            <a:r>
              <a:rPr lang="en-US" sz="2800" dirty="0" err="1" smtClean="0">
                <a:latin typeface="Arial Black" pitchFamily="34" charset="0"/>
              </a:rPr>
              <a:t>contd</a:t>
            </a:r>
            <a:r>
              <a:rPr lang="en-US" sz="2800" dirty="0" smtClean="0">
                <a:latin typeface="Arial Black" pitchFamily="34" charset="0"/>
              </a:rPr>
              <a:t>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Least 5 Imports of goods and services (% of GDP).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STEPS to load and filter data are the same.</a:t>
            </a:r>
          </a:p>
          <a:p>
            <a:pPr>
              <a:buFont typeface="Wingdings" pitchFamily="2" charset="2"/>
              <a:buChar char="v"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In Order to extract data, I did sort the data in ascending format and took the records as,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lvl="2" indent="0">
              <a:buNone/>
            </a:pP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= ORDER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world_import_avg_ignorezero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BY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import_avg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ASC;</a:t>
            </a:r>
          </a:p>
          <a:p>
            <a:pPr marL="640080" lvl="2" indent="0"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640080" lvl="2" indent="0"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world_import_least_10 = LIMIT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world_import_avg_ASC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10;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itchFamily="34" charset="0"/>
              </a:rPr>
              <a:t>Business Questions Answered (contd..)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E8637"/>
              </a:buClr>
              <a:buNone/>
            </a:pPr>
            <a:r>
              <a:rPr lang="en-US" sz="18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RESULT: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French Polynesia,PYF,1.5142997168037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Myanmar,MMR,5.045225537492025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Bermuda,BMU,9.236725508133668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Ethiopia,ETH,9.472292281631644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Guinea,GIN,10.878701803415563</a:t>
            </a: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endParaRPr lang="en-US" sz="1800" b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Clr>
                <a:srgbClr val="FE8637"/>
              </a:buClr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itchFamily="34" charset="0"/>
                <a:cs typeface="Arial" pitchFamily="34" charset="0"/>
              </a:rPr>
              <a:t>Errors Encountered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2017-12-31 12:06:00,388 [main] ERROR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org.apache.pig.tools.grunt.Grunt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- ERROR 1050: 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&lt;line 5, column 11&gt; Unsupported input type for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BinCond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: left hand side: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; right hand side: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chararray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REASON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Comparision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was done on different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datatypes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File "/home/shubhro2705854012/proj2/world_dev_stat.py", line 18, in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process_tuple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list_percent.append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(float(value))</a:t>
            </a:r>
          </a:p>
          <a:p>
            <a:pPr>
              <a:buNone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TypeError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: float() argument must be a string or a number</a:t>
            </a:r>
          </a:p>
          <a:p>
            <a:pPr>
              <a:buNone/>
            </a:pP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REASON</a:t>
            </a: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itchFamily="49" charset="0"/>
              </a:rPr>
              <a:t>All explicit type casting is not possible.</a:t>
            </a:r>
          </a:p>
          <a:p>
            <a:pPr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ttyImages-185002046-5772f4153df78cb62ce1ad6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5781" y="1600200"/>
            <a:ext cx="7310438" cy="48736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753</TotalTime>
  <Words>1955</Words>
  <Application>Microsoft Office PowerPoint</Application>
  <PresentationFormat>On-screen Show (4:3)</PresentationFormat>
  <Paragraphs>534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Oriel</vt:lpstr>
      <vt:lpstr>World Development Indicator</vt:lpstr>
      <vt:lpstr>Project Done By</vt:lpstr>
      <vt:lpstr>Project Introduction</vt:lpstr>
      <vt:lpstr>Dataset Description</vt:lpstr>
      <vt:lpstr>Technical Architecture</vt:lpstr>
      <vt:lpstr>Technical Architecture (contd..)</vt:lpstr>
      <vt:lpstr>PIG UDFs</vt:lpstr>
      <vt:lpstr>PIG UDF (contd..)</vt:lpstr>
      <vt:lpstr>PIG UDF (contd..)</vt:lpstr>
      <vt:lpstr>Register PIG UDF and Load dataset</vt:lpstr>
      <vt:lpstr>Register PIG UDF and Load dataset (contd.)</vt:lpstr>
      <vt:lpstr>Business Questions Answered</vt:lpstr>
      <vt:lpstr>Business Questions Answered (contd..)</vt:lpstr>
      <vt:lpstr>Business Questions Answered (contd..)</vt:lpstr>
      <vt:lpstr>Business Questions Answered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Business Questions Answered (contd)</vt:lpstr>
      <vt:lpstr>Business Questions Answered (contd..)</vt:lpstr>
      <vt:lpstr>Errors Encountered</vt:lpstr>
      <vt:lpstr>Slide 53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customer churn using telco dataset</dc:title>
  <dc:creator>Shubhro</dc:creator>
  <cp:lastModifiedBy>Shubhro</cp:lastModifiedBy>
  <cp:revision>109</cp:revision>
  <dcterms:created xsi:type="dcterms:W3CDTF">2018-01-06T07:00:44Z</dcterms:created>
  <dcterms:modified xsi:type="dcterms:W3CDTF">2018-01-09T19:35:35Z</dcterms:modified>
</cp:coreProperties>
</file>