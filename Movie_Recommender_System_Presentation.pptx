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84" r:id="rId7"/>
    <p:sldId id="261" r:id="rId8"/>
    <p:sldId id="262" r:id="rId9"/>
    <p:sldId id="285" r:id="rId10"/>
    <p:sldId id="286" r:id="rId11"/>
    <p:sldId id="263" r:id="rId12"/>
    <p:sldId id="287" r:id="rId13"/>
    <p:sldId id="264" r:id="rId14"/>
    <p:sldId id="288" r:id="rId15"/>
    <p:sldId id="265" r:id="rId16"/>
    <p:sldId id="289" r:id="rId17"/>
    <p:sldId id="266" r:id="rId18"/>
    <p:sldId id="290" r:id="rId19"/>
    <p:sldId id="267" r:id="rId20"/>
    <p:sldId id="291" r:id="rId21"/>
    <p:sldId id="269" r:id="rId22"/>
    <p:sldId id="270" r:id="rId23"/>
    <p:sldId id="271" r:id="rId24"/>
    <p:sldId id="292" r:id="rId25"/>
    <p:sldId id="274" r:id="rId26"/>
    <p:sldId id="275" r:id="rId27"/>
    <p:sldId id="293" r:id="rId28"/>
    <p:sldId id="276" r:id="rId29"/>
    <p:sldId id="294" r:id="rId30"/>
    <p:sldId id="295" r:id="rId31"/>
    <p:sldId id="296" r:id="rId32"/>
    <p:sldId id="283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88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Movie Recommender System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Spark Foundation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Track for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UPx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Project Done By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Name : </a:t>
            </a:r>
            <a:r>
              <a:rPr lang="en-US" b="1" dirty="0" err="1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Shubhro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Banerjee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Project Introduction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itchFamily="34" charset="0"/>
              </a:rPr>
              <a:t>Domain :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itchFamily="34" charset="0"/>
              </a:rPr>
              <a:t>Entertainment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sz="2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itchFamily="34" charset="0"/>
              </a:rPr>
              <a:t>Technology Used:  </a:t>
            </a:r>
            <a:r>
              <a:rPr lang="en-US" sz="2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itchFamily="34" charset="0"/>
              </a:rPr>
              <a:t>Spark Core</a:t>
            </a:r>
            <a:endParaRPr lang="en-US" sz="2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Group Lens Research has collected and made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available </a:t>
            </a: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rating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data sets from the Movie Lens web site. The data 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sets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were collected over various periods of time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having </a:t>
            </a: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movies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ratings &amp; reviews, both target audiences and 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public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reviews to be analyzed for users’ ratings, based on 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ages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, occupations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etc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, so the movie makers can have 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better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understanding about the viewers’ choice 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expectations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which in turn is beneficial for marketing of 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their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movies.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Dataset Description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Available in link: </a:t>
            </a: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://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files.grouplens.org/datasets/movielens/ml1m.zip </a:t>
            </a:r>
          </a:p>
          <a:p>
            <a:pPr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Comprises of 3 .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dat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files: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ovies.dat comprises of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data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in “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::Title::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Genres” format.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ratings.dat comprises of data in “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::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::Rating::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Timestamp” format.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users.dat comprises of data in “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::Gender::Age::Occupation::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Zip-code” format.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Technical Architecture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am creating a spark application using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scala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programming language to answer the business questions.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For Machine learning, I shall be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using model-based collaborative filtering via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ALS algorithm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by importing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org.apache.spark.mllib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package.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Arial Black" panose="020B0A04020102020204" pitchFamily="34" charset="0"/>
                <a:cs typeface="Arial" panose="020B0604020202020204" pitchFamily="34" charset="0"/>
              </a:rPr>
              <a:t>Load the datasets to Spark Shell</a:t>
            </a:r>
            <a:endParaRPr lang="en-US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lphaLcParenR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movies.dat as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RDD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                          	        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proj1_movie_rdd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sc.textFile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sb_spk_proj_movie_recom_system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/movies.dat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marL="457200" indent="-457200">
              <a:buAutoNum type="alphaLcParenR"/>
            </a:pPr>
            <a:endParaRPr lang="en-US" sz="20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lphaLcParenR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ratings.dat as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RDD with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                  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proj1_ratings_rdd =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sc.textFile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sb_spk_proj_movie_recom_system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/ratings.dat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marL="457200" indent="-457200">
              <a:buAutoNum type="alphaLcParenR"/>
            </a:pPr>
            <a:endParaRPr lang="en-US" sz="20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lphaLcParenR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users.dat as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RDD with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proj1_users_rdd =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sc.textFile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sb_spk_proj_movie_recom_system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/users.dat")</a:t>
            </a:r>
          </a:p>
        </p:txBody>
      </p:sp>
    </p:spTree>
    <p:extLst>
      <p:ext uri="{BB962C8B-B14F-4D97-AF65-F5344CB8AC3E}">
        <p14:creationId xmlns:p14="http://schemas.microsoft.com/office/powerpoint/2010/main" val="205231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Find out the animated movies that are rated 4 or above.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STEP-1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   </a:t>
            </a: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find movie ID's in ratings.dat where rating is &gt;=</a:t>
            </a: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45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proj1_ratings_filter_rdd = proj1_ratings_rdd.filter { x =&gt; 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rating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 &gt;= 4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STEP-2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find movie records in Movies.dat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with “Animation” genre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proj1_movie_filter_rdd = proj1_movie_rdd.filter { x =&gt;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title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genre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genre contains "Animation"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map ratings and movies RDD into (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key,value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 tuple sets for joins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proj1_ratings_map_rdd = proj1_ratings_filter_rdd.map { x =&gt;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rating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movieID,rating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proj1_movie_map_rdd = proj1_movie_filter_rdd.map { x =&gt; 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title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movieID,title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8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STEP-4: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join movie and rating RDDs and sort by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proj1_movie_rate_join_rdd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proj1_ratings_map_rdd.join(proj1_movie_map_rdd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).distinct</a:t>
            </a:r>
          </a:p>
          <a:p>
            <a:pPr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proj1_movie_rate_sort_rdd =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proj1_movie_rate_join_rdd.sortByKey(true)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STEP-5: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map the data in (movie name, rating) format and save to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hdfs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proj1_movie_names_rdd = proj1_movie_rate_sort_rdd.map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=&gt; (x._1.toInt,x._2._2)).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distinct.sortByKey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proj1_movie_names_rdd.saveAsTextFile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sb_spk_proj_movie_recom_system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animation_top_rated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8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8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RESULT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2283.3004408418697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736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RESULT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081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Detect the gender bias on movie ratings for a genre i.e. find out number/percentage of Male and female voters for each </a:t>
            </a:r>
            <a:r>
              <a:rPr 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genre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STEP-1: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From users RDD, take (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userID,Gender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 and from ratings table, take</a:t>
            </a:r>
          </a:p>
          <a:p>
            <a:pPr>
              <a:buNone/>
            </a:pP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              (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                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proj1_user_map_rdd2 = proj1_users_rdd.map { x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=&gt; </a:t>
            </a:r>
          </a:p>
          <a:p>
            <a:pPr>
              <a:buNone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>
              <a:buNone/>
            </a:pP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gender =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userID,gender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proj1_ratings_map_rdd2 = proj1_ratings_rdd.map { x =&gt;</a:t>
            </a:r>
          </a:p>
          <a:p>
            <a:pPr>
              <a:buNone/>
            </a:pP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>
              <a:buNone/>
            </a:pP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rating =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</a:p>
          <a:p>
            <a:pPr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userID,movieID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7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STEP-2</a:t>
            </a: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join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ratings table to users table i.e. 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,(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Gender,movieID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)) and map it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as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movieID,Gender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     </a:t>
            </a: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proj1_ratings_user_join_rdd2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proj1_ratings_map_rdd2.join(proj1_user_map_rdd2)</a:t>
            </a:r>
          </a:p>
          <a:p>
            <a:pPr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proj1_ratings_user_map_rdd2 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proj1_ratings_user_join_rdd2.map (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=&gt; (x._2._1,x._2._2))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STEP-3: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from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movies table, set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movieID,Genre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). Then,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join  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movieID,gender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and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movieID,Genre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 to create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,(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gender,Genre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))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proj1_movie_map_rdd2 = proj1_movie_rdd.map { x =&gt; 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genre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movieID,genre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91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proj1_join1_mv_join_rdd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proj1_ratings_user_map_rdd2.join(proj1_movie_map_rdd2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create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((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gender,Genre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),1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 from the join and then group by key to further   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            aggregate it and then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filter it via gender.</a:t>
            </a: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proj1_join2_group_rdd = proj1_join1_mv_join_rdd.map ( x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=&gt;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((x._2._1,x._2._2),1)).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groupByKey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proj1_gen_count_rdd = proj1_join2_group_rdd.map { x =&gt;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 = x._2.size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(x._1,count) 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4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proj1_female_genre_rdd = proj1_gen_count_rdd.filter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x =&gt; x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._1._1 == "F").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sortBy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(_._2,false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Font typeface="Symbol" panose="05050102010706020507" pitchFamily="18" charset="2"/>
              <a:buChar char="Þ"/>
            </a:pP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 proj1_male_genre_rdd = proj1_gen_count_rdd.filter </a:t>
            </a:r>
            <a:endParaRPr lang="sv-SE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sv-SE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x =&gt; </a:t>
            </a: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x._1._1 == "M").sortBy(_._2,false)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RESULT</a:t>
            </a: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88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Group the ratings by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age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r>
              <a:rPr lang="en-US" sz="23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STEP-1:</a:t>
            </a:r>
            <a:r>
              <a:rPr lang="en-US" sz="2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J</a:t>
            </a:r>
            <a:r>
              <a:rPr lang="en-US" sz="2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oin </a:t>
            </a:r>
            <a:r>
              <a:rPr lang="en-US" sz="2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users.dat and ratings.dat on the basis of </a:t>
            </a:r>
            <a:r>
              <a:rPr lang="en-US" sz="23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</a:t>
            </a:r>
            <a:endParaRPr lang="en-US" sz="23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proj1_user_map_rdd = proj1_users_rdd.map { x =&gt;</a:t>
            </a: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age =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</a:p>
          <a:p>
            <a:pPr>
              <a:buNone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userID,age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proj1_ratings_map_rdd1 = proj1_ratings_rdd.map { x =&gt;</a:t>
            </a: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rating =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</a:p>
          <a:p>
            <a:pPr>
              <a:buNone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userID,rating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proj1_user_rating_join_rdd = </a:t>
            </a:r>
            <a:endParaRPr lang="en-US" sz="19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proj1_user_map_rdd.join(proj1_ratings_map_rdd1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9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9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STEP-2</a:t>
            </a:r>
            <a:r>
              <a:rPr lang="en-US" sz="19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map only (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age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ratings) from join and then then group by 	 key as (</a:t>
            </a:r>
            <a:r>
              <a:rPr lang="en-US" sz="19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age,ratings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9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9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proj1_user_rating_map_rdd = proj1_user_rating_join_rdd.map( x =&gt; (x._2._1,x._2._2.toInt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proj1_user_rating_group_rdd = proj1_user_rating_map_rdd.groupByKey()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9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9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9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9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Write 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 case statement on age as per :</a:t>
            </a:r>
          </a:p>
          <a:p>
            <a:pPr lvl="3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*  1:  "Under 18"</a:t>
            </a:r>
          </a:p>
          <a:p>
            <a:pPr lvl="3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* 18:  "18-24"</a:t>
            </a:r>
          </a:p>
          <a:p>
            <a:pPr lvl="3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* 25:  "25-34"</a:t>
            </a:r>
          </a:p>
          <a:p>
            <a:pPr lvl="3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* 35:  "35-44"</a:t>
            </a:r>
          </a:p>
          <a:p>
            <a:pPr lvl="3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* 45:  "45-49"</a:t>
            </a:r>
          </a:p>
          <a:p>
            <a:pPr lvl="3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* 50:  "50-55"</a:t>
            </a:r>
          </a:p>
          <a:p>
            <a:pPr lvl="3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* 56:  "56+"</a:t>
            </a:r>
            <a:endParaRPr lang="en-US" sz="14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8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proj1_user_rating_age_rdd = proj1_user_rating_group_rdd.map { x =&gt;</a:t>
            </a:r>
          </a:p>
          <a:p>
            <a:pPr>
              <a:buNone/>
            </a:pP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age = x._1 match {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"1" =&gt; "Under 18"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"18" =&gt;  "18-24"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"25" =&gt;  "25-34"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"35" =&gt;  "35-44"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"45" =&gt;  "45-49"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"50" =&gt;  "50-55"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"56" =&gt;  "56+" }</a:t>
            </a:r>
          </a:p>
          <a:p>
            <a:pPr>
              <a:buNone/>
            </a:pP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rate_count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x._2.size</a:t>
            </a:r>
          </a:p>
          <a:p>
            <a:pPr>
              <a:buNone/>
            </a:pP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rate_sum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x._2.sum</a:t>
            </a:r>
          </a:p>
          <a:p>
            <a:pPr>
              <a:buNone/>
            </a:pP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rate_avg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rate_sum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rate_count</a:t>
            </a:r>
            <a:endParaRPr lang="en-US" sz="13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age,rate_avg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00" dirty="0" smtClean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store to HDFS.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proj1_user_rating_age_rdd.saveAsTextFile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sb_spk_proj_movie_recom_system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avg_rating_by_age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RESULT: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Array((35-44,3), (18-24,3), (45-49,3), (56+,3), (50-55,3),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25-34,3), (Under 18,3))</a:t>
            </a: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75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Find out the average rating for </a:t>
            </a:r>
            <a:r>
              <a:rPr 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movies</a:t>
            </a:r>
          </a:p>
          <a:p>
            <a:pPr marL="0" indent="0"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STEP-1:</a:t>
            </a:r>
            <a:r>
              <a:rPr 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join ratings.dat and </a:t>
            </a:r>
            <a:r>
              <a:rPr 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movies.dat</a:t>
            </a:r>
          </a:p>
          <a:p>
            <a:pPr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proj1_movie_map_rdd = proj1_movie_rdd.map { x =&gt; </a:t>
            </a:r>
          </a:p>
          <a:p>
            <a:pPr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title =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movieID,title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proj1_ratings_map_rdd = proj1_ratings_rdd.map { x =&gt;</a:t>
            </a:r>
          </a:p>
          <a:p>
            <a:pPr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rating =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(2).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movieID,rating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proj1_movie_rate_join_rdd = 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proj1_ratings_map_rdd.join(proj1_movie_map_rdd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19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STEP-2</a:t>
            </a:r>
            <a:r>
              <a:rPr lang="en-US" sz="19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create a structure (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movieID,movieName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),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ratings from join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9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proj1_avg_movie_map_rdd 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proj1_movie_rate_join_rdd.map</a:t>
            </a:r>
          </a:p>
          <a:p>
            <a:pPr>
              <a:buNone/>
            </a:pP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=&gt; ((x._1,x._2._2),x._2._1.toInt) )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9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9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STEP-3: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groupBy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movieID,movieName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) and calculate the 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average,</a:t>
            </a:r>
            <a:endParaRPr lang="en-US" sz="19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proj1_avg_movie_group_rdd 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</a:p>
          <a:p>
            <a:pPr>
              <a:buNone/>
            </a:pP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proj1_avg_movie_map_rdd.groupByKey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None/>
            </a:pP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proj1_avg_movie_result_rdd = </a:t>
            </a:r>
            <a:endParaRPr lang="en-US" sz="19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proj1_avg_movie_group_rdd.map 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x =&gt;</a:t>
            </a: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movie_det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x._1._2</a:t>
            </a: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movie_rate_sum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x._2.sum</a:t>
            </a: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movie_rate_count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x._2.size</a:t>
            </a:r>
          </a:p>
          <a:p>
            <a:pPr>
              <a:buNone/>
            </a:pP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movie_rate_avg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movie_rate_sum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movie_rate_count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movie_det,movie_rate_avg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9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97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Arial Black" pitchFamily="34" charset="0"/>
              </a:rPr>
              <a:t>Business Questions Answered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Store the results to HDFS</a:t>
            </a: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proj1_avg_movie_result_rdd.saveAsTextFile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sb_spk_proj_movie_recom_system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movie_average_rating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>
              <a:buNone/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RESULT: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endParaRPr lang="en-US" sz="17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sz="2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Find out the titles of the best rated movies i.e. calculate the </a:t>
            </a:r>
            <a:r>
              <a:rPr lang="en-US" sz="2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avg</a:t>
            </a:r>
            <a:r>
              <a:rPr lang="en-US" sz="2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rating given to a particular movie and find top 10/20 high rated </a:t>
            </a:r>
            <a:r>
              <a:rPr lang="en-US" sz="2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movies</a:t>
            </a:r>
          </a:p>
          <a:p>
            <a:pPr marL="0" indent="0"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1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STEP-1: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group 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Ratings RDD 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by movie, calculate the average 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rating.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proj1_rate_group_rdd = proj1_ratings_rdd.map { x =&gt;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rate =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(2).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movieID,rate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}.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groupByKey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proj1_rate_total_rdd = proj1_rate_group_rdd.map { x =&gt;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x._1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tot = x._2.sum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x._2.size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(tot/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movieID,avg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Arial Black" pitchFamily="34" charset="0"/>
              </a:rPr>
              <a:t>Business Questions Answered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STEP-2: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J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oin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them with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Movies data to get the movie name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proj1_movie_map_rdd = proj1_movie_rdd.map { x =&gt; 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title =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movieID,title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proj1_rate_join_movies_rdd =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proj1_rate_total_rdd.join(proj1_movie_map_rdd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proj1_highest_rated_mv_rdd =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proj1_rate_join_movies_rdd.map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x =&gt; (x._2._2,x._2._1) ).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sortBy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(_._2,false)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Arial Black" pitchFamily="34" charset="0"/>
              </a:rPr>
              <a:t>Business Questions Answered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STEP-3: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Store to HDFS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proj1_highest_rated_mv_rdd.coalesce(1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saveAsTextFile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sb_spk_proj_movie_recom_system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highest_rated_movies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Array((American Beauty (1999),14800), (Star Wars: Episode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IV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A New Hope (1977),13321),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 Wars: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Episode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 - The Empire Strikes Back (1980),12836),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 Wars: Episode VI - Return of the Jedi (1983),11598), (Saving Private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Ryan(1998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),11507),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Raiders of the Lost Ark (1981),11257),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Silence of the Lambs, The (1991),11219),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Matrix, The (1999),11178),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(Sixth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Sense, The (1999),10835),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Terminator 2: Judgment Day (1991),10751))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84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Add personal ratings to the movies and train a model to provide movie recommendation based on the personal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ratings</a:t>
            </a:r>
          </a:p>
          <a:p>
            <a:pPr marL="0" indent="0"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7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STEP-1:</a:t>
            </a: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Create data. I have created a new user entries as,</a:t>
            </a:r>
            <a:endParaRPr lang="en-US" sz="17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users1.dat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::Gender::Age::Occupation::Zip-code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6041::M::25::17::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22205</a:t>
            </a:r>
          </a:p>
          <a:p>
            <a:pPr>
              <a:buNone/>
            </a:pPr>
            <a:endParaRPr lang="en-US" sz="17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Where ‘6041’ is a new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in addition to existing data.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 have configured the ratings1.dat file to imply 6041 user has provided 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following rating to the following genres,</a:t>
            </a:r>
          </a:p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Drama and comedy movies have been rated ‘5’,.</a:t>
            </a:r>
          </a:p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movies have been rated ‘4’ , </a:t>
            </a:r>
          </a:p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romantic movies have been rated ‘1’.</a:t>
            </a:r>
          </a:p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romantic comedies have been rated ‘3’.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7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7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32500" lnSpcReduction="20000"/>
          </a:bodyPr>
          <a:lstStyle/>
          <a:p>
            <a:pPr>
              <a:buNone/>
            </a:pPr>
            <a:endParaRPr lang="en-US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4900" b="1" u="sng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Ratings1.dat</a:t>
            </a:r>
          </a:p>
          <a:p>
            <a:pPr>
              <a:buNone/>
            </a:pPr>
            <a:r>
              <a:rPr lang="en-US" sz="49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49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::Rating::Timestamp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6041::14::5::968116315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6041::26::5::968116315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6041::27::5::968116315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6041::31::5::968116315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6041::40::5::968116315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6041::5::5::968116315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6041::52::5::968116315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6041::69::5::968116315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6041::9::4::968116315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6041::20::4::968116315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6041::145::4::968116315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6041::17::1::968116315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6041::25::1::968116315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6041::35::1::968116315</a:t>
            </a:r>
          </a:p>
          <a:p>
            <a:pPr>
              <a:buNone/>
            </a:pPr>
            <a:endParaRPr lang="en-US" sz="4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u="sng" dirty="0" smtClean="0">
                <a:latin typeface="Arial Black" panose="020B0A04020102020204" pitchFamily="34" charset="0"/>
                <a:cs typeface="Courier New" panose="02070309020205020404" pitchFamily="49" charset="0"/>
              </a:rPr>
              <a:t>Ratings1.dat (</a:t>
            </a:r>
            <a:r>
              <a:rPr lang="en-US" sz="1600" u="sng" dirty="0" err="1" smtClean="0">
                <a:latin typeface="Arial Black" panose="020B0A04020102020204" pitchFamily="34" charset="0"/>
                <a:cs typeface="Courier New" panose="02070309020205020404" pitchFamily="49" charset="0"/>
              </a:rPr>
              <a:t>contd</a:t>
            </a:r>
            <a:r>
              <a:rPr lang="en-US" sz="1600" u="sng" dirty="0" smtClean="0">
                <a:latin typeface="Arial Black" panose="020B0A04020102020204" pitchFamily="34" charset="0"/>
                <a:cs typeface="Courier New" panose="02070309020205020404" pitchFamily="49" charset="0"/>
              </a:rPr>
              <a:t>)</a:t>
            </a:r>
            <a:endParaRPr lang="en-US" sz="1600" u="sng" dirty="0">
              <a:latin typeface="Arial Black" panose="020B0A04020102020204" pitchFamily="34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::Rating::Timestamp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6041::49::1::968116315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6041::118::1::968116315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6041::122::1::968116315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6041::129::1::968116315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6041::237::1::968116315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6041::364::3::968116315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6041::594::3::968116315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6041::595::3::968116315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6041::31::3::968116315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48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>
              <a:latin typeface="Arial Black" pitchFamily="34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STEP-2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load ratings data with new user details and map only the first 3 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fields i.e.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Rating.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proj1_ml_ratings_rdd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sc.textFile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sb_spk_proj_movie_recom_system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/ratings1.dat")</a:t>
            </a:r>
          </a:p>
          <a:p>
            <a:pPr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proj1_ml_ratings_map_rdd = proj1_ml_ratings_rdd.map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=&gt;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("::").take(3) 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8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Import Spark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mllib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recommendation package and map the ratings data 	into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mllib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“rating” object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org.apache.spark.mllib.recommendation.ALS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org.apache.spark.mllib.recommendation.Rating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proj1_ratings_case_rdd = proj1_ml_ratings_map_rdd.map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user,movie,rating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=&gt; 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user.toInt,movie.toInt,rating.toDouble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)}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>
              <a:latin typeface="Arial Black" pitchFamily="34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create a training model from the rating object as,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proj1_model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ALS.train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(proj1_ratings_case_rdd, 50, 5, 0.01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8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STEP-5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Implement the recommendation model to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6041,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proj1_topKRecs = proj1_model.recommendProducts(6041, 10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Output,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Rating(6041,3616,7.267185079565172),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Rating(6041,2625,6.9512174996082985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Rating(6041,2260,6.9211805129650825),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Rating(6041,1410,6.557200987718043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Rating(6041,2458,6.550038535737836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Rating(6041,1858,6.407971229135227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Rating(6041,2380,6.341627836792889),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Rating(6041,1866,6.284168597955429),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Rating(6041,3674,6.22494503473873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Rating(6041,1703,6.200815790625837))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3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>
              <a:latin typeface="Arial Black" pitchFamily="34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STEP-6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map the recommendation data to movie names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proj1_ml_movie_rdd =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sc.textFile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sb_spk_proj_movie_recom_system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/movies1.dat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>
              <a:buNone/>
            </a:pPr>
            <a:endParaRPr lang="en-US" sz="1400" b="1" u="sng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//map the data into key-&gt; value pairs</a:t>
            </a: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proj1_ml_movie_titles_rdd = proj1_ml_movie_rdd.map(line =&gt;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line.split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("::").take(2)).map(array =&gt;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array(0).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toInt,array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(1))).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collectAsMap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8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//map this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with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movieName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recommendation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proj1_ml_moviesForUser_rdd =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proj1_ratings_case_rdd.keyBy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(_.user).lookup(6041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//display the top 10 recommendation results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proj1_ml_moviesForUser_rdd.sortBy(-_.rating).take(10).map(rating =&gt;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proj1_ml_movie_titles_rdd(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rating.product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rating.rating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325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>
              <a:latin typeface="Arial Black" pitchFamily="34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RESULT</a:t>
            </a: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(Nixon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(Othello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(Now and Then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(Dangerous Minds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(Cry, the Beloved Country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(Father of the Bride Part II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(Mighty Aphrodite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(Friday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(Sudden Death (1995),4.0)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(Money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(1995),4.0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i.e. model has recommended drama, comedy and action movies for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‘6041’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71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ettyImages-185002046-5772f4153df78cb62ce1ad69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535781" y="1600200"/>
            <a:ext cx="7310438" cy="48736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724</TotalTime>
  <Words>2161</Words>
  <Application>Microsoft Office PowerPoint</Application>
  <PresentationFormat>On-screen Show (4:3)</PresentationFormat>
  <Paragraphs>446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Arial Black</vt:lpstr>
      <vt:lpstr>Century Schoolbook</vt:lpstr>
      <vt:lpstr>Courier New</vt:lpstr>
      <vt:lpstr>Symbol</vt:lpstr>
      <vt:lpstr>Wingdings</vt:lpstr>
      <vt:lpstr>Wingdings 2</vt:lpstr>
      <vt:lpstr>Oriel</vt:lpstr>
      <vt:lpstr>Movie Recommender System</vt:lpstr>
      <vt:lpstr>Project Done By</vt:lpstr>
      <vt:lpstr>Project Introduction</vt:lpstr>
      <vt:lpstr>Dataset Description</vt:lpstr>
      <vt:lpstr>Technical Architecture</vt:lpstr>
      <vt:lpstr>Load the datasets to Spark Shell</vt:lpstr>
      <vt:lpstr>Business Questions Answered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customer churn using telco dataset</dc:title>
  <dc:creator>Shubhro</dc:creator>
  <cp:lastModifiedBy>BANERJEE, SHUBHRO</cp:lastModifiedBy>
  <cp:revision>78</cp:revision>
  <dcterms:created xsi:type="dcterms:W3CDTF">2018-01-06T07:00:44Z</dcterms:created>
  <dcterms:modified xsi:type="dcterms:W3CDTF">2018-02-28T13:12:41Z</dcterms:modified>
</cp:coreProperties>
</file>